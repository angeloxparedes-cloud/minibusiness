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931920"/>
            <a:ext cx="2926080" cy="29260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029200"/>
            <a:ext cx="3200400" cy="32004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 •  PRELIMINARY PERIOD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RetailPulse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Fundamentals &amp; SQL Querying — Poblacion Grocery Mart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20116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Talibon Polytechnic College  |  A.Y. 2026–2027, 1st Semester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Jessie A. Melendres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9194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78231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Frederick Paredes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/ Project Lead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49194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478231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Jeeruz Marl Tabar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6052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46811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Kibry Jao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Support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56052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546811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Clein Lord Will Surigao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190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context, and the business questions driving the analysis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13A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33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6151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Quality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95351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data and how it was cleaned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13A4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95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5112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849624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and ERD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256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407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Report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745736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queries answering real business questions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13A4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21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303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6418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 this checkpoint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206240"/>
          </a:xfrm>
          <a:prstGeom prst="roundRect">
            <a:avLst>
              <a:gd name="adj" fmla="val 1739"/>
            </a:avLst>
          </a:prstGeom>
          <a:solidFill>
            <a:srgbClr val="F7FA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&amp; Sales Analytics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3580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grocery/supermarket-style retail store, “Poblacion Grocery Mart,” operating in Poblacion, Talibon, Bohol — the commercial center of northern Bohol.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224528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stores carry dozens of products across many categories, but without structured sales analysis, owners can't tell which categories actually drive revenue versus which merely occupy shelf space — restocking, promotion, and pricing decisions end up based on intuition rather than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69480" y="173736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013A4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22860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intuition-based decisions into evidence-based ones — so owners can act on which categories truly drive revenue, not just which feel busy.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657600"/>
            <a:ext cx="3749040" cy="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3794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41148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of transaction data (Jan–Jun 2026), structured as 4 relational tables: categories, products, transactions, transaction_items.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7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generate the most revenue for the store?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7FAF9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31546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high-revenue categories driven by high prices, high sales volume, or both?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7FA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641080" y="21488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641080" y="31546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revenue behave across the 6-month period — are there noticeable peaks (e.g., payday, holidays)?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Poblacion Grocery Mart Sales Dataset — synthetic data modeling realistic 6-month sales behavior for a small-town Bohol grocery store (Jan 1 – Jun 30, 2026).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56432" y="23774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26060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56432" y="3520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64224" y="23774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013A40"/>
          </a:solidFill>
          <a:ln/>
        </p:spPr>
      </p:sp>
      <p:sp>
        <p:nvSpPr>
          <p:cNvPr id="12" name="Text 10"/>
          <p:cNvSpPr/>
          <p:nvPr/>
        </p:nvSpPr>
        <p:spPr>
          <a:xfrm>
            <a:off x="6364224" y="26060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2,532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64224" y="3520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72016" y="23774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272016" y="26060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10,087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72016" y="3520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7FAF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28032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related tables: categories, products, transactions, transaction_items. transaction_items acts as the bridge table linking transactions to products (many-to-many), while products links to categories via a foreign key.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on the raw transactions file (2,539 rows) before cleaning: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188720"/>
                <a:gridCol w="56692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Issue Found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Cleaning Step Applied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E"/>
                          </a:solidFill>
                        </a:rPr>
                        <a:t>Duplicate transaction_id rows (exact re-entries)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2B2E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E"/>
                          </a:solidFill>
                        </a:rPr>
                        <a:t>Removed, kept first occurrence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E"/>
                          </a:solidFill>
                        </a:rPr>
                        <a:t>Missing payment_type values (blank)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2B2E"/>
                          </a:solidFill>
                        </a:rPr>
                        <a:t>15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E"/>
                          </a:solidFill>
                        </a:rPr>
                        <a:t>Recoded to “Unknown” rather than dropped, to preserve the transaction total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E"/>
                          </a:solidFill>
                        </a:rPr>
                        <a:t>Inconsistent payment_type labels (“cash”, “CASH”, “gcash”, “G-Cash”)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2B2E"/>
                          </a:solidFill>
                        </a:rPr>
                        <a:t>17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B2E"/>
                          </a:solidFill>
                        </a:rPr>
                        <a:t>Standardized to Cash, GCash, Credit/Utang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7FA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2,539 raw rows → 2,533 cleaned rows imported into the transactions table. 4 extraneous header rows (one per table) inserted during import were caught by row-count verification and removed.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related tables — transaction_items bridges transactions and products (many-to-many); products links to categories via foreign key.</a:t>
            </a:r>
            <a:endParaRPr lang="en-US" sz="1350" dirty="0"/>
          </a:p>
        </p:txBody>
      </p:sp>
      <p:pic>
        <p:nvPicPr>
          <p:cNvPr id="5" name="Image 0" descr="/home/claude/erd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2240280"/>
            <a:ext cx="10058400" cy="32401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0906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ERD generated via dbdiagram.io, showing primary/foreign key relationships across categories, products, transactions, and transaction_items.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1.4 — QUERY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Category Drives the Most Revenue?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BUSINESS-RELEVANT QUERY (JOIN + GROUP BY)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c.category_name,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SUM(ti.subtotal) AS total_revenue,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COUNT(DISTINCT ti.transaction_id)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num_transactions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transaction_items ti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ti.product_id = p.product_id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categories c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p.category_id = c.category_id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c.category_name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total_revenue DESC;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12280" y="1737360"/>
            <a:ext cx="4846320" cy="4206240"/>
          </a:xfrm>
          <a:prstGeom prst="roundRect">
            <a:avLst>
              <a:gd name="adj" fmla="val 1739"/>
            </a:avLst>
          </a:prstGeom>
          <a:solidFill>
            <a:srgbClr val="F7FAF9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1920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86600" y="2194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 &amp; Staples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086600" y="26974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</a:t>
            </a:r>
            <a:pPr indent="0" marL="0">
              <a:buNone/>
            </a:pPr>
            <a:r>
              <a:rPr lang="en-US" sz="3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1,028,760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086600" y="3291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37.0% of total store revenue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86600" y="3794760"/>
            <a:ext cx="4023360" cy="0"/>
          </a:xfrm>
          <a:prstGeom prst="line">
            <a:avLst/>
          </a:prstGeom>
          <a:noFill/>
          <a:ln w="12700">
            <a:solidFill>
              <a:srgbClr val="CFE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6600" y="4224528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&amp; Staples clearly leads every other category, confirming staple goods — not discretionary items — as the store's main revenue engine and a priority for consistent restocking.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1.4 — QUERY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Products by Revenue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3152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Units Sold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Revenue (₱)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Rice 25kg Sack (NFA)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Rice &amp; Staples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380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2B2E"/>
                          </a:solidFill>
                        </a:rPr>
                        <a:t>589,000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San Miguel Beer (case)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Beverages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380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2B2E"/>
                          </a:solidFill>
                        </a:rPr>
                        <a:t>296,400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Dinorado Rice 5kg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Rice &amp; Staples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734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2B2E"/>
                          </a:solidFill>
                        </a:rPr>
                        <a:t>234,880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Sinandomeng Rice 5kg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Rice &amp; Staples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788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2B2E"/>
                          </a:solidFill>
                        </a:rPr>
                        <a:t>204,880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Purefoods Hotdog 1kg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Frozen &amp; Dairy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766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2B2E"/>
                          </a:solidFill>
                        </a:rPr>
                        <a:t>145,540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Frozen Galunggong 1kg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Frozen &amp; Dairy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754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2B2E"/>
                          </a:solidFill>
                        </a:rPr>
                        <a:t>124,410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Eggs (per tray of 30)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Frozen &amp; Dairy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B2B2E"/>
                          </a:solidFill>
                        </a:rPr>
                        <a:t>371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2B2E"/>
                          </a:solidFill>
                        </a:rPr>
                        <a:t>89,040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7373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7FAF9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66760" y="22402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products occupy 3 of the top 4 spots, and San Miguel Beer alone brings in nearly ₱300K despite matching rice-sack unit volume — a sign that a small set of SKUs drives a disproportionate share of revenue.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66760" y="4343400"/>
            <a:ext cx="3017520" cy="0"/>
          </a:xfrm>
          <a:prstGeom prst="line">
            <a:avLst/>
          </a:prstGeom>
          <a:noFill/>
          <a:ln w="12700">
            <a:solidFill>
              <a:srgbClr val="CFE9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66760" y="4480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top-10 SKUs should anchor inventory priority and stockout prevention.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SQL Query Coverage — 8 Queries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7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2057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+ WHERE / ORDER BY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price ranking; largest GCash transactions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7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1031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2057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+ Aggregates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payment method; monthly revenue trend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7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891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Operations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by category; items sold per transaction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7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3891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389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1812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Business-Relevant Queries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50292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category; top 10 products by revenue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 — Checkpoint 1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61264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</a:rPr>
                        <a:t>Angel Frederick Paredes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Lead Developer / Project Lead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Problem definition &amp; KPI design, data cleaning/transformation/loading, SQL query design &amp; database schema, dashboard design, testing &amp; documentation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</a:rPr>
                        <a:t>Jeeruz Marl Tabar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Research Support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Compiled candidate datasets and reference sources; reviewed data definitions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</a:rPr>
                        <a:t>Luke Kibry Jao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Testing Support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Manual testing of dashboard queries and outputs across sample scenarios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</a:rPr>
                        <a:t>Clein Lord Will Surigao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Documentation Review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Reviewed checkpoint write-ups and the final report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—  RetailPulse: Poblacion Grocery Mart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2026-08-23T06:41:28Z</dcterms:created>
  <dcterms:modified xsi:type="dcterms:W3CDTF">2026-08-23T06:41:28Z</dcterms:modified>
</cp:coreProperties>
</file>